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Bahnschrift SemiBold Condensed"/>
      <p:regular r:id="rIdFontBahnschrift"/>
      <p:bold r:id="rIdFontBahnschrift"/>
    </p:embeddedFont>
    <p:embeddedFont>
      <p:font typeface="Bahnschrift"/>
      <p:regular r:id="rIdFontBahnschrift"/>
      <p:bold r:id="rIdFontBahnschrift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FontBahnschrift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645920"/>
            <a:ext cx="103628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E8B859"/>
                </a:solidFill>
                <a:latin typeface="Bahnschrift SemiBold Condensed" pitchFamily="34" charset="0"/>
                <a:ea typeface="Bahnschrift SemiBold Condensed" pitchFamily="34" charset="-122"/>
                <a:cs typeface="Bahnschrift SemiBold Condensed" pitchFamily="34" charset="-120"/>
              </a:rPr>
              <a:t>TÍTULO DA MENSAGEM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rgbClr val="A1A1AA"/>
                </a:solidFill>
                <a:latin typeface="Bahnschrift SemiBold Condensed" pitchFamily="34" charset="0"/>
                <a:ea typeface="Bahnschrift SemiBold Condensed" pitchFamily="34" charset="-122"/>
                <a:cs typeface="Bahnschrift SemiBold Condensed" pitchFamily="34" charset="-120"/>
              </a:rPr>
              <a:t>Clique duas vezes para editar o subtítulo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hnschrift SemiBold Condensed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ahnschrift SemiBold Condensed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2026-10-25T14:12:44Z</dcterms:created>
  <dcterms:modified xsi:type="dcterms:W3CDTF">2026-10-25T14:12:44Z</dcterms:modified>
</cp:coreProperties>
</file>